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041" y="1263191"/>
            <a:ext cx="7258640" cy="1018095"/>
          </a:xfrm>
        </p:spPr>
        <p:txBody>
          <a:bodyPr>
            <a:normAutofit/>
          </a:bodyPr>
          <a:lstStyle/>
          <a:p>
            <a:r>
              <a:rPr sz="2800" dirty="0">
                <a:latin typeface="Segaeul"/>
              </a:rPr>
              <a:t>Cenários e </a:t>
            </a:r>
            <a:r>
              <a:rPr sz="2800" dirty="0" err="1">
                <a:latin typeface="Segaeul"/>
              </a:rPr>
              <a:t>Desafios</a:t>
            </a:r>
            <a:r>
              <a:rPr sz="2800" dirty="0">
                <a:latin typeface="Segaeul"/>
              </a:rPr>
              <a:t> </a:t>
            </a:r>
            <a:r>
              <a:rPr sz="2800" dirty="0" err="1">
                <a:latin typeface="Segaeul"/>
              </a:rPr>
              <a:t>na</a:t>
            </a:r>
            <a:r>
              <a:rPr sz="2800" dirty="0">
                <a:latin typeface="Segaeul"/>
              </a:rPr>
              <a:t> </a:t>
            </a:r>
            <a:r>
              <a:rPr sz="2800" dirty="0" err="1">
                <a:latin typeface="Segaeul"/>
              </a:rPr>
              <a:t>Educação</a:t>
            </a:r>
            <a:r>
              <a:rPr sz="2800" dirty="0">
                <a:latin typeface="Segaeul"/>
              </a:rPr>
              <a:t> Técnica e </a:t>
            </a:r>
            <a:r>
              <a:rPr sz="2800" dirty="0" err="1">
                <a:latin typeface="Segaeul"/>
              </a:rPr>
              <a:t>Profissional</a:t>
            </a:r>
            <a:endParaRPr sz="2800" dirty="0">
              <a:latin typeface="Segaeu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786"/>
            <a:ext cx="8229600" cy="2658358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Segaeul"/>
              </a:rPr>
              <a:t>Cursos: </a:t>
            </a:r>
            <a:r>
              <a:rPr lang="pt-BR" sz="2000" dirty="0">
                <a:latin typeface="Segaeul"/>
              </a:rPr>
              <a:t>Ciência de Dados</a:t>
            </a:r>
          </a:p>
          <a:p>
            <a:r>
              <a:rPr lang="pt-BR" sz="2800" dirty="0">
                <a:latin typeface="Segaeul"/>
              </a:rPr>
              <a:t>Instituição: </a:t>
            </a:r>
            <a:r>
              <a:rPr lang="pt-BR" sz="2000" dirty="0">
                <a:latin typeface="Segaeul"/>
              </a:rPr>
              <a:t>EFG José Luiz Bittencourt</a:t>
            </a:r>
          </a:p>
          <a:p>
            <a:r>
              <a:rPr lang="pt-BR" sz="2800" dirty="0">
                <a:latin typeface="Segaeul"/>
              </a:rPr>
              <a:t>Professora: </a:t>
            </a:r>
            <a:r>
              <a:rPr lang="pt-BR" sz="2000" dirty="0">
                <a:latin typeface="Segaeul"/>
              </a:rPr>
              <a:t>Natália Guimarães</a:t>
            </a:r>
          </a:p>
          <a:p>
            <a:r>
              <a:rPr lang="pt-BR" sz="2800" dirty="0">
                <a:latin typeface="Segaeul"/>
              </a:rPr>
              <a:t>Aluna: </a:t>
            </a:r>
            <a:r>
              <a:rPr lang="pt-BR" sz="2000" dirty="0">
                <a:latin typeface="Segaeul"/>
              </a:rPr>
              <a:t>Alessandra Souza Valente Rodrigues</a:t>
            </a:r>
          </a:p>
          <a:p>
            <a:r>
              <a:rPr lang="pt-BR" sz="2800" dirty="0">
                <a:latin typeface="Segaeul"/>
              </a:rPr>
              <a:t>Ano: </a:t>
            </a:r>
            <a:r>
              <a:rPr lang="pt-BR" sz="2000" dirty="0">
                <a:latin typeface="Segaeu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Segaeul"/>
              </a:rPr>
              <a:t>Objetivo da Análise de Dados</a:t>
            </a:r>
            <a:endParaRPr lang="pt-BR" sz="2800" dirty="0">
              <a:solidFill>
                <a:srgbClr val="000000"/>
              </a:solidFill>
              <a:latin typeface="Segaeu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>
                <a:latin typeface="Segaeul"/>
              </a:rPr>
              <a:t>Apesar</a:t>
            </a:r>
            <a:r>
              <a:rPr sz="2400" dirty="0">
                <a:latin typeface="Segaeul"/>
              </a:rPr>
              <a:t> do </a:t>
            </a:r>
            <a:r>
              <a:rPr sz="2400" dirty="0" err="1">
                <a:latin typeface="Segaeul"/>
              </a:rPr>
              <a:t>crescimento</a:t>
            </a:r>
            <a:r>
              <a:rPr sz="2400" dirty="0">
                <a:latin typeface="Segaeul"/>
              </a:rPr>
              <a:t> da </a:t>
            </a:r>
            <a:r>
              <a:rPr lang="pt-BR" sz="2400" dirty="0">
                <a:latin typeface="Segaeul"/>
              </a:rPr>
              <a:t>ofertas de cursos técnicos e profissionalizantes</a:t>
            </a:r>
            <a:r>
              <a:rPr sz="2400" dirty="0">
                <a:latin typeface="Segaeul"/>
              </a:rPr>
              <a:t>, </a:t>
            </a:r>
            <a:r>
              <a:rPr sz="2400" dirty="0" err="1">
                <a:latin typeface="Segaeul"/>
              </a:rPr>
              <a:t>muitos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estudantes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ainda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enfrentam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dificuldades</a:t>
            </a:r>
            <a:r>
              <a:rPr sz="2400" dirty="0">
                <a:latin typeface="Segaeul"/>
              </a:rPr>
              <a:t> para </a:t>
            </a:r>
            <a:r>
              <a:rPr sz="2400" dirty="0" err="1">
                <a:latin typeface="Segaeul"/>
              </a:rPr>
              <a:t>ingressar</a:t>
            </a:r>
            <a:r>
              <a:rPr sz="2400" dirty="0">
                <a:latin typeface="Segaeul"/>
              </a:rPr>
              <a:t> e </a:t>
            </a:r>
            <a:r>
              <a:rPr sz="2400" dirty="0" err="1">
                <a:latin typeface="Segaeul"/>
              </a:rPr>
              <a:t>permanecer</a:t>
            </a:r>
            <a:r>
              <a:rPr lang="pt-BR" sz="2400" dirty="0">
                <a:latin typeface="Segaeul"/>
              </a:rPr>
              <a:t>.</a:t>
            </a:r>
            <a:endParaRPr sz="2400" dirty="0">
              <a:latin typeface="Segaeul"/>
            </a:endParaRPr>
          </a:p>
          <a:p>
            <a:endParaRPr sz="2400" dirty="0">
              <a:latin typeface="Segaeul"/>
            </a:endParaRPr>
          </a:p>
          <a:p>
            <a:r>
              <a:rPr sz="2400" dirty="0" err="1">
                <a:latin typeface="Segaeul"/>
              </a:rPr>
              <a:t>Principais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desafios</a:t>
            </a:r>
            <a:r>
              <a:rPr sz="2400" dirty="0">
                <a:latin typeface="Segaeul"/>
              </a:rPr>
              <a:t>:</a:t>
            </a:r>
          </a:p>
          <a:p>
            <a:r>
              <a:rPr sz="2400" dirty="0">
                <a:latin typeface="Segaeul"/>
              </a:rPr>
              <a:t> Falta de </a:t>
            </a:r>
            <a:r>
              <a:rPr sz="2400" dirty="0" err="1">
                <a:latin typeface="Segaeul"/>
              </a:rPr>
              <a:t>informação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sobre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os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cursos</a:t>
            </a:r>
            <a:endParaRPr sz="2400" dirty="0">
              <a:latin typeface="Segaeul"/>
            </a:endParaRPr>
          </a:p>
          <a:p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Limitações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socioeconômicas</a:t>
            </a:r>
            <a:endParaRPr sz="2400" dirty="0">
              <a:latin typeface="Segaeul"/>
            </a:endParaRPr>
          </a:p>
          <a:p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Dificuldades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na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formação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básica</a:t>
            </a:r>
            <a:endParaRPr sz="2400" dirty="0">
              <a:latin typeface="Segaeul"/>
            </a:endParaRPr>
          </a:p>
          <a:p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Evasão</a:t>
            </a:r>
            <a:r>
              <a:rPr sz="2400" dirty="0">
                <a:latin typeface="Segaeul"/>
              </a:rPr>
              <a:t> escolar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Segaeul"/>
              </a:rPr>
              <a:t>Impacto Social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3130"/>
            <a:ext cx="8064631" cy="4298623"/>
          </a:xfrm>
        </p:spPr>
        <p:txBody>
          <a:bodyPr>
            <a:normAutofit/>
          </a:bodyPr>
          <a:lstStyle/>
          <a:p>
            <a:r>
              <a:rPr lang="pt-BR" sz="2200" dirty="0">
                <a:latin typeface="Segaeul"/>
              </a:rPr>
              <a:t>A análise foi realizada com base nos cursos técnicos e profissionalizantes ofertados pelas</a:t>
            </a:r>
            <a:r>
              <a:rPr lang="pt-BR" sz="2600" dirty="0">
                <a:latin typeface="Segaeul"/>
              </a:rPr>
              <a:t> </a:t>
            </a:r>
            <a:r>
              <a:rPr lang="pt-BR" sz="2200" b="1" dirty="0">
                <a:latin typeface="Segaeul"/>
              </a:rPr>
              <a:t>Escolas do Futuro de Goiás (</a:t>
            </a:r>
            <a:r>
              <a:rPr lang="pt-BR" sz="2200" b="1" dirty="0" err="1">
                <a:latin typeface="Segaeul"/>
              </a:rPr>
              <a:t>EFGs</a:t>
            </a:r>
            <a:r>
              <a:rPr lang="pt-BR" sz="2600" b="1" dirty="0">
                <a:latin typeface="Segaeul"/>
              </a:rPr>
              <a:t>)</a:t>
            </a:r>
            <a:r>
              <a:rPr lang="pt-BR" sz="2600" dirty="0">
                <a:latin typeface="Segaeul"/>
              </a:rPr>
              <a:t>.</a:t>
            </a:r>
            <a:endParaRPr lang="pt-BR" dirty="0">
              <a:latin typeface="Segaeul"/>
            </a:endParaRPr>
          </a:p>
          <a:p>
            <a:r>
              <a:rPr lang="pt-BR" sz="2800" dirty="0">
                <a:latin typeface="Segaeul"/>
              </a:rPr>
              <a:t>Cursos analisados</a:t>
            </a:r>
            <a:r>
              <a:rPr lang="pt-BR" sz="2800" b="1" dirty="0">
                <a:latin typeface="Segaeul"/>
              </a:rPr>
              <a:t>:</a:t>
            </a:r>
            <a:endParaRPr lang="pt-BR" sz="2800" dirty="0">
              <a:latin typeface="Segaeul"/>
            </a:endParaRPr>
          </a:p>
          <a:p>
            <a:pPr lvl="0"/>
            <a:r>
              <a:rPr lang="pt-BR" sz="2000" dirty="0">
                <a:latin typeface="Segaeul"/>
              </a:rPr>
              <a:t>Ciência de Dados (2024/2025)</a:t>
            </a:r>
          </a:p>
          <a:p>
            <a:pPr lvl="0"/>
            <a:r>
              <a:rPr lang="pt-BR" sz="2000" dirty="0">
                <a:latin typeface="Segaeul"/>
              </a:rPr>
              <a:t>Marketing e Mídias Sociais</a:t>
            </a:r>
          </a:p>
          <a:p>
            <a:pPr lvl="0"/>
            <a:r>
              <a:rPr lang="pt-BR" sz="2000" dirty="0">
                <a:latin typeface="Segaeul"/>
              </a:rPr>
              <a:t>Desenvolvimento Web</a:t>
            </a:r>
          </a:p>
          <a:p>
            <a:r>
              <a:rPr lang="pt-BR" sz="2000" dirty="0">
                <a:latin typeface="Segaeul"/>
              </a:rPr>
              <a:t>O estudo busca compreender o perfil dos estudantes e identificar possíveis fatores relacionados à evasão e dificuldades de permanência.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Segaeul"/>
              </a:rPr>
              <a:t>Dados </a:t>
            </a:r>
            <a:r>
              <a:rPr sz="2800" dirty="0" err="1">
                <a:latin typeface="Segaeul"/>
              </a:rPr>
              <a:t>Utilizados</a:t>
            </a:r>
            <a:endParaRPr sz="2800" dirty="0">
              <a:latin typeface="Segaeu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Segaeul"/>
              </a:rPr>
              <a:t>Fonte: </a:t>
            </a:r>
            <a:r>
              <a:rPr sz="2400" dirty="0" err="1">
                <a:latin typeface="Segaeul"/>
              </a:rPr>
              <a:t>Diário</a:t>
            </a:r>
            <a:r>
              <a:rPr sz="2400" dirty="0">
                <a:latin typeface="Segaeul"/>
              </a:rPr>
              <a:t> de Classe – </a:t>
            </a:r>
            <a:r>
              <a:rPr sz="2400" dirty="0" err="1">
                <a:latin typeface="Segaeul"/>
              </a:rPr>
              <a:t>Relatório</a:t>
            </a:r>
            <a:r>
              <a:rPr sz="2400" dirty="0">
                <a:latin typeface="Segaeul"/>
              </a:rPr>
              <a:t> de </a:t>
            </a:r>
            <a:r>
              <a:rPr sz="2400" dirty="0" err="1">
                <a:latin typeface="Segaeul"/>
              </a:rPr>
              <a:t>aproveitamento</a:t>
            </a:r>
            <a:r>
              <a:rPr sz="2400" dirty="0">
                <a:latin typeface="Segaeul"/>
              </a:rPr>
              <a:t>.</a:t>
            </a:r>
          </a:p>
          <a:p>
            <a:endParaRPr dirty="0"/>
          </a:p>
          <a:p>
            <a:pPr marL="0" indent="0">
              <a:buNone/>
            </a:pPr>
            <a:r>
              <a:rPr lang="pt-BR" sz="2400" dirty="0">
                <a:latin typeface="SegEUL"/>
              </a:rPr>
              <a:t>   </a:t>
            </a:r>
            <a:r>
              <a:rPr sz="2000" dirty="0" err="1">
                <a:latin typeface="Segaeul"/>
              </a:rPr>
              <a:t>Tipos</a:t>
            </a:r>
            <a:r>
              <a:rPr sz="2000" dirty="0">
                <a:latin typeface="Segaeul"/>
              </a:rPr>
              <a:t> de dados </a:t>
            </a:r>
            <a:r>
              <a:rPr sz="2000" dirty="0" err="1">
                <a:latin typeface="Segaeul"/>
              </a:rPr>
              <a:t>analisados</a:t>
            </a:r>
            <a:r>
              <a:rPr sz="2000" dirty="0">
                <a:latin typeface="Segaeul"/>
              </a:rPr>
              <a:t>:</a:t>
            </a:r>
          </a:p>
          <a:p>
            <a:pPr marL="0" indent="0">
              <a:buNone/>
            </a:pPr>
            <a:r>
              <a:rPr sz="2000" dirty="0">
                <a:latin typeface="Segaeul"/>
              </a:rPr>
              <a:t>• Dados </a:t>
            </a:r>
            <a:r>
              <a:rPr sz="2000" dirty="0" err="1">
                <a:latin typeface="Segaeul"/>
              </a:rPr>
              <a:t>numéricos</a:t>
            </a:r>
            <a:r>
              <a:rPr sz="2000" dirty="0">
                <a:latin typeface="Segaeul"/>
              </a:rPr>
              <a:t>: </a:t>
            </a:r>
            <a:r>
              <a:rPr sz="2000" dirty="0" err="1">
                <a:latin typeface="Segaeul"/>
              </a:rPr>
              <a:t>frequência</a:t>
            </a:r>
            <a:r>
              <a:rPr sz="2000" dirty="0">
                <a:latin typeface="Segaeul"/>
              </a:rPr>
              <a:t> e </a:t>
            </a:r>
            <a:r>
              <a:rPr sz="2000" dirty="0" err="1">
                <a:latin typeface="Segaeul"/>
              </a:rPr>
              <a:t>evasão</a:t>
            </a:r>
            <a:endParaRPr sz="2000" dirty="0">
              <a:latin typeface="Segaeul"/>
            </a:endParaRPr>
          </a:p>
          <a:p>
            <a:pPr marL="0" indent="0">
              <a:buNone/>
            </a:pPr>
            <a:r>
              <a:rPr sz="2000" dirty="0">
                <a:latin typeface="Segaeul"/>
              </a:rPr>
              <a:t>• Dados </a:t>
            </a:r>
            <a:r>
              <a:rPr sz="2000" dirty="0" err="1">
                <a:latin typeface="Segaeul"/>
              </a:rPr>
              <a:t>categóricos</a:t>
            </a:r>
            <a:r>
              <a:rPr sz="2000" dirty="0">
                <a:latin typeface="Segaeul"/>
              </a:rPr>
              <a:t>: </a:t>
            </a:r>
            <a:r>
              <a:rPr sz="2000" dirty="0" err="1">
                <a:latin typeface="Segaeul"/>
              </a:rPr>
              <a:t>gênero</a:t>
            </a:r>
            <a:r>
              <a:rPr sz="2000" dirty="0">
                <a:latin typeface="Segaeul"/>
              </a:rPr>
              <a:t>, </a:t>
            </a:r>
            <a:r>
              <a:rPr sz="2000" dirty="0" err="1">
                <a:latin typeface="Segaeul"/>
              </a:rPr>
              <a:t>cor</a:t>
            </a:r>
            <a:r>
              <a:rPr sz="2000" dirty="0">
                <a:latin typeface="Segaeul"/>
              </a:rPr>
              <a:t>, status</a:t>
            </a:r>
          </a:p>
          <a:p>
            <a:pPr marL="0" indent="0">
              <a:buNone/>
            </a:pPr>
            <a:r>
              <a:rPr sz="2000" dirty="0">
                <a:latin typeface="Segaeul"/>
              </a:rPr>
              <a:t>• Dados </a:t>
            </a:r>
            <a:r>
              <a:rPr sz="2000" dirty="0" err="1">
                <a:latin typeface="Segaeul"/>
              </a:rPr>
              <a:t>temporais</a:t>
            </a:r>
            <a:r>
              <a:rPr sz="2000" dirty="0">
                <a:latin typeface="Segaeul"/>
              </a:rPr>
              <a:t>: </a:t>
            </a:r>
            <a:r>
              <a:rPr sz="2000" dirty="0" err="1">
                <a:latin typeface="Segaeul"/>
              </a:rPr>
              <a:t>períodos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letivos</a:t>
            </a:r>
            <a:endParaRPr sz="2000" dirty="0">
              <a:latin typeface="Segaeul"/>
            </a:endParaRPr>
          </a:p>
          <a:p>
            <a:pPr marL="0" indent="0">
              <a:buNone/>
            </a:pPr>
            <a:r>
              <a:rPr sz="2000" dirty="0">
                <a:latin typeface="Segaeul"/>
              </a:rPr>
              <a:t>• Dados </a:t>
            </a:r>
            <a:r>
              <a:rPr sz="2000" dirty="0" err="1">
                <a:latin typeface="Segaeul"/>
              </a:rPr>
              <a:t>geográficos</a:t>
            </a:r>
            <a:r>
              <a:rPr sz="2000" dirty="0">
                <a:latin typeface="Segaeul"/>
              </a:rPr>
              <a:t>: bairro dos </a:t>
            </a:r>
            <a:r>
              <a:rPr sz="2000" dirty="0" err="1">
                <a:latin typeface="Segaeul"/>
              </a:rPr>
              <a:t>estudantes</a:t>
            </a:r>
            <a:endParaRPr sz="2000" dirty="0">
              <a:latin typeface="Segaeu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0704"/>
            <a:ext cx="8229600" cy="1225485"/>
          </a:xfrm>
        </p:spPr>
        <p:txBody>
          <a:bodyPr>
            <a:normAutofit/>
          </a:bodyPr>
          <a:lstStyle/>
          <a:p>
            <a:r>
              <a:rPr sz="2800" dirty="0" err="1">
                <a:latin typeface="Segaeul"/>
              </a:rPr>
              <a:t>Objetivo</a:t>
            </a:r>
            <a:r>
              <a:rPr sz="2800" dirty="0">
                <a:latin typeface="Segaeul"/>
              </a:rPr>
              <a:t> da </a:t>
            </a:r>
            <a:r>
              <a:rPr sz="2800" dirty="0" err="1">
                <a:latin typeface="Segaeul"/>
              </a:rPr>
              <a:t>Análise</a:t>
            </a:r>
            <a:endParaRPr sz="2800" dirty="0">
              <a:latin typeface="Segaeu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1031"/>
            <a:ext cx="8229600" cy="2139884"/>
          </a:xfrm>
        </p:spPr>
        <p:txBody>
          <a:bodyPr>
            <a:normAutofit/>
          </a:bodyPr>
          <a:lstStyle/>
          <a:p>
            <a:r>
              <a:rPr sz="2400" dirty="0" err="1">
                <a:latin typeface="Segaeul"/>
              </a:rPr>
              <a:t>Analisar</a:t>
            </a:r>
            <a:r>
              <a:rPr sz="2400" dirty="0">
                <a:latin typeface="Segaeul"/>
              </a:rPr>
              <a:t> a </a:t>
            </a:r>
            <a:r>
              <a:rPr sz="2400" dirty="0" err="1">
                <a:latin typeface="Segaeul"/>
              </a:rPr>
              <a:t>evasão</a:t>
            </a:r>
            <a:r>
              <a:rPr sz="2400" dirty="0">
                <a:latin typeface="Segaeul"/>
              </a:rPr>
              <a:t> escolar </a:t>
            </a:r>
            <a:r>
              <a:rPr sz="2400" dirty="0" err="1">
                <a:latin typeface="Segaeul"/>
              </a:rPr>
              <a:t>nos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cursos</a:t>
            </a:r>
            <a:r>
              <a:rPr sz="2400" dirty="0">
                <a:latin typeface="Segaeul"/>
              </a:rPr>
              <a:t> de </a:t>
            </a:r>
            <a:r>
              <a:rPr sz="2400" dirty="0" err="1">
                <a:latin typeface="Segaeul"/>
              </a:rPr>
              <a:t>tecnologia</a:t>
            </a:r>
            <a:endParaRPr sz="2400" dirty="0">
              <a:latin typeface="Segaeul"/>
            </a:endParaRPr>
          </a:p>
          <a:p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Identificar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padrões</a:t>
            </a:r>
            <a:r>
              <a:rPr sz="2400" dirty="0">
                <a:latin typeface="Segaeul"/>
              </a:rPr>
              <a:t> de </a:t>
            </a:r>
            <a:r>
              <a:rPr sz="2400" dirty="0" err="1">
                <a:latin typeface="Segaeul"/>
              </a:rPr>
              <a:t>frequência</a:t>
            </a:r>
            <a:r>
              <a:rPr sz="2400" dirty="0">
                <a:latin typeface="Segaeul"/>
              </a:rPr>
              <a:t> e </a:t>
            </a:r>
            <a:r>
              <a:rPr sz="2400" dirty="0" err="1">
                <a:latin typeface="Segaeul"/>
              </a:rPr>
              <a:t>desistência</a:t>
            </a:r>
            <a:endParaRPr sz="2400" dirty="0">
              <a:latin typeface="Segaeul"/>
            </a:endParaRPr>
          </a:p>
          <a:p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Compreender</a:t>
            </a:r>
            <a:r>
              <a:rPr sz="2400" dirty="0">
                <a:latin typeface="Segaeul"/>
              </a:rPr>
              <a:t> o </a:t>
            </a:r>
            <a:r>
              <a:rPr sz="2400" dirty="0" err="1">
                <a:latin typeface="Segaeul"/>
              </a:rPr>
              <a:t>perfil</a:t>
            </a:r>
            <a:r>
              <a:rPr sz="2400" dirty="0">
                <a:latin typeface="Segaeul"/>
              </a:rPr>
              <a:t> dos </a:t>
            </a:r>
            <a:r>
              <a:rPr sz="2400" dirty="0" err="1">
                <a:latin typeface="Segaeul"/>
              </a:rPr>
              <a:t>alunos</a:t>
            </a:r>
            <a:endParaRPr sz="2400" dirty="0">
              <a:latin typeface="Segaeul"/>
            </a:endParaRPr>
          </a:p>
          <a:p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Apoiar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decisões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educacionais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baseadas</a:t>
            </a:r>
            <a:r>
              <a:rPr sz="2400" dirty="0">
                <a:latin typeface="Segaeul"/>
              </a:rPr>
              <a:t> </a:t>
            </a:r>
            <a:r>
              <a:rPr sz="2400" dirty="0" err="1">
                <a:latin typeface="Segaeul"/>
              </a:rPr>
              <a:t>em</a:t>
            </a:r>
            <a:r>
              <a:rPr sz="2400" dirty="0">
                <a:latin typeface="Segaeul"/>
              </a:rPr>
              <a:t>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Insights da </a:t>
            </a:r>
            <a:r>
              <a:rPr sz="2800" dirty="0" err="1"/>
              <a:t>Análise</a:t>
            </a:r>
            <a:r>
              <a:rPr sz="2800" dirty="0"/>
              <a:t>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Segaeul"/>
              </a:rPr>
              <a:t>1</a:t>
            </a:r>
            <a:r>
              <a:rPr sz="2000" dirty="0">
                <a:latin typeface="Segaeul"/>
              </a:rPr>
              <a:t>. Baixa </a:t>
            </a:r>
            <a:r>
              <a:rPr sz="2000" dirty="0" err="1">
                <a:latin typeface="Segaeul"/>
              </a:rPr>
              <a:t>frequência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está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relacionada</a:t>
            </a:r>
            <a:r>
              <a:rPr sz="2000" dirty="0">
                <a:latin typeface="Segaeul"/>
              </a:rPr>
              <a:t> à </a:t>
            </a:r>
            <a:r>
              <a:rPr sz="2000" dirty="0" err="1">
                <a:latin typeface="Segaeul"/>
              </a:rPr>
              <a:t>evasão</a:t>
            </a:r>
            <a:r>
              <a:rPr sz="2800" dirty="0">
                <a:latin typeface="Segaeul"/>
              </a:rPr>
              <a:t>.</a:t>
            </a:r>
          </a:p>
          <a:p>
            <a:r>
              <a:rPr sz="2800" dirty="0">
                <a:latin typeface="Segaeul"/>
              </a:rPr>
              <a:t>2. </a:t>
            </a:r>
            <a:r>
              <a:rPr sz="2000" dirty="0" err="1">
                <a:latin typeface="Segaeul"/>
              </a:rPr>
              <a:t>Existem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diferenças</a:t>
            </a:r>
            <a:r>
              <a:rPr sz="2000" dirty="0">
                <a:latin typeface="Segaeul"/>
              </a:rPr>
              <a:t> de </a:t>
            </a:r>
            <a:r>
              <a:rPr sz="2000" dirty="0" err="1">
                <a:latin typeface="Segaeul"/>
              </a:rPr>
              <a:t>permanência</a:t>
            </a:r>
            <a:r>
              <a:rPr sz="2000" dirty="0">
                <a:latin typeface="Segaeul"/>
              </a:rPr>
              <a:t> entre </a:t>
            </a:r>
            <a:r>
              <a:rPr sz="2000" dirty="0" err="1">
                <a:latin typeface="Segaeul"/>
              </a:rPr>
              <a:t>os</a:t>
            </a:r>
            <a:r>
              <a:rPr sz="2000" dirty="0">
                <a:latin typeface="Segaeul"/>
              </a:rPr>
              <a:t> </a:t>
            </a:r>
            <a:r>
              <a:rPr lang="pt-BR"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cursos</a:t>
            </a:r>
            <a:r>
              <a:rPr sz="2800" dirty="0">
                <a:latin typeface="Segaeul"/>
              </a:rPr>
              <a:t>.</a:t>
            </a:r>
          </a:p>
          <a:p>
            <a:r>
              <a:rPr sz="2800" dirty="0">
                <a:latin typeface="Segaeul"/>
              </a:rPr>
              <a:t>3. </a:t>
            </a:r>
            <a:r>
              <a:rPr sz="2000" dirty="0">
                <a:latin typeface="Segaeul"/>
              </a:rPr>
              <a:t>O </a:t>
            </a:r>
            <a:r>
              <a:rPr sz="2000" dirty="0" err="1">
                <a:latin typeface="Segaeul"/>
              </a:rPr>
              <a:t>perfil</a:t>
            </a:r>
            <a:r>
              <a:rPr sz="2000" dirty="0">
                <a:latin typeface="Segaeul"/>
              </a:rPr>
              <a:t> dos </a:t>
            </a:r>
            <a:r>
              <a:rPr sz="2000" dirty="0" err="1">
                <a:latin typeface="Segaeul"/>
              </a:rPr>
              <a:t>alunos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pode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influenciar</a:t>
            </a:r>
            <a:r>
              <a:rPr sz="2000" dirty="0">
                <a:latin typeface="Segaeul"/>
              </a:rPr>
              <a:t> a </a:t>
            </a:r>
            <a:r>
              <a:rPr sz="2000" dirty="0" err="1">
                <a:latin typeface="Segaeul"/>
              </a:rPr>
              <a:t>permanência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nos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cursos</a:t>
            </a:r>
            <a:r>
              <a:rPr sz="2800" dirty="0">
                <a:latin typeface="Segaeu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6692"/>
            <a:ext cx="8229600" cy="1225485"/>
          </a:xfrm>
        </p:spPr>
        <p:txBody>
          <a:bodyPr>
            <a:normAutofit/>
          </a:bodyPr>
          <a:lstStyle/>
          <a:p>
            <a:r>
              <a:rPr sz="2400" dirty="0">
                <a:latin typeface="Segaeul"/>
              </a:rPr>
              <a:t>Impacto Social do </a:t>
            </a:r>
            <a:r>
              <a:rPr sz="2400" dirty="0" err="1">
                <a:latin typeface="Segaeul"/>
              </a:rPr>
              <a:t>Projeto</a:t>
            </a:r>
            <a:endParaRPr sz="2400" dirty="0">
              <a:latin typeface="Segaeu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52627"/>
            <a:ext cx="8229600" cy="2290713"/>
          </a:xfrm>
        </p:spPr>
        <p:txBody>
          <a:bodyPr>
            <a:normAutofit/>
          </a:bodyPr>
          <a:lstStyle/>
          <a:p>
            <a:r>
              <a:rPr lang="pt-BR" sz="2400" dirty="0"/>
              <a:t> Apoiar políticas públicas na educação profissional</a:t>
            </a:r>
          </a:p>
          <a:p>
            <a:r>
              <a:rPr lang="pt-BR" sz="2400" dirty="0"/>
              <a:t> Melhorar o acesso à educação tecnológica</a:t>
            </a:r>
          </a:p>
          <a:p>
            <a:r>
              <a:rPr lang="pt-BR" sz="2400" dirty="0"/>
              <a:t> Identificar necessidades dos estudantes</a:t>
            </a:r>
          </a:p>
          <a:p>
            <a:r>
              <a:rPr lang="pt-BR" sz="2400" dirty="0"/>
              <a:t> Incentivar a permanência nos cursos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0775" y="961533"/>
            <a:ext cx="4487160" cy="1093509"/>
          </a:xfrm>
        </p:spPr>
        <p:txBody>
          <a:bodyPr>
            <a:normAutofit/>
          </a:bodyPr>
          <a:lstStyle/>
          <a:p>
            <a:r>
              <a:rPr sz="2800" dirty="0" err="1"/>
              <a:t>Conclusão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90713"/>
            <a:ext cx="8229600" cy="2978871"/>
          </a:xfrm>
        </p:spPr>
        <p:txBody>
          <a:bodyPr>
            <a:normAutofit/>
          </a:bodyPr>
          <a:lstStyle/>
          <a:p>
            <a:r>
              <a:rPr sz="2000" dirty="0">
                <a:latin typeface="Segaeul"/>
              </a:rPr>
              <a:t>A </a:t>
            </a:r>
            <a:r>
              <a:rPr sz="2000" dirty="0" err="1">
                <a:latin typeface="Segaeul"/>
              </a:rPr>
              <a:t>análise</a:t>
            </a:r>
            <a:r>
              <a:rPr sz="2000" dirty="0">
                <a:latin typeface="Segaeul"/>
              </a:rPr>
              <a:t> de dados </a:t>
            </a:r>
            <a:r>
              <a:rPr sz="2000" dirty="0" err="1">
                <a:latin typeface="Segaeul"/>
              </a:rPr>
              <a:t>educacionais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permite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compreender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melhor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desafios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enfrentados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pelos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estudantes</a:t>
            </a:r>
            <a:r>
              <a:rPr sz="2000" dirty="0">
                <a:latin typeface="Segaeul"/>
              </a:rPr>
              <a:t>.</a:t>
            </a:r>
          </a:p>
          <a:p>
            <a:r>
              <a:rPr sz="2000" dirty="0">
                <a:latin typeface="Segaeul"/>
              </a:rPr>
              <a:t>Com base </a:t>
            </a:r>
            <a:r>
              <a:rPr sz="2000" dirty="0" err="1">
                <a:latin typeface="Segaeul"/>
              </a:rPr>
              <a:t>nos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resultados</a:t>
            </a:r>
            <a:r>
              <a:rPr sz="2000" dirty="0">
                <a:latin typeface="Segaeul"/>
              </a:rPr>
              <a:t>, é </a:t>
            </a:r>
            <a:r>
              <a:rPr sz="2000" dirty="0" err="1">
                <a:latin typeface="Segaeul"/>
              </a:rPr>
              <a:t>possível</a:t>
            </a:r>
            <a:r>
              <a:rPr lang="pt-BR" sz="2000" dirty="0">
                <a:latin typeface="Segaeul"/>
              </a:rPr>
              <a:t>, r</a:t>
            </a:r>
            <a:r>
              <a:rPr sz="2000" dirty="0" err="1">
                <a:latin typeface="Segaeul"/>
              </a:rPr>
              <a:t>eduzir</a:t>
            </a:r>
            <a:r>
              <a:rPr sz="2000" dirty="0">
                <a:latin typeface="Segaeul"/>
              </a:rPr>
              <a:t> a </a:t>
            </a:r>
            <a:r>
              <a:rPr sz="2000" dirty="0" err="1">
                <a:latin typeface="Segaeul"/>
              </a:rPr>
              <a:t>evasão</a:t>
            </a:r>
            <a:endParaRPr sz="2000" dirty="0">
              <a:latin typeface="Segaeul"/>
            </a:endParaRPr>
          </a:p>
          <a:p>
            <a:r>
              <a:rPr lang="pt-BR"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Melhorar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estratégias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educacionais</a:t>
            </a:r>
            <a:endParaRPr sz="2000" dirty="0">
              <a:latin typeface="Segaeul"/>
            </a:endParaRPr>
          </a:p>
          <a:p>
            <a:r>
              <a:rPr lang="pt-BR"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Ampliar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oportunidades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na</a:t>
            </a:r>
            <a:r>
              <a:rPr sz="2000" dirty="0">
                <a:latin typeface="Segaeul"/>
              </a:rPr>
              <a:t> </a:t>
            </a:r>
            <a:r>
              <a:rPr sz="2000" dirty="0" err="1">
                <a:latin typeface="Segaeul"/>
              </a:rPr>
              <a:t>área</a:t>
            </a:r>
            <a:r>
              <a:rPr sz="2000" dirty="0">
                <a:latin typeface="Segaeul"/>
              </a:rPr>
              <a:t> de </a:t>
            </a:r>
            <a:r>
              <a:rPr sz="2000" dirty="0" err="1">
                <a:latin typeface="Segaeul"/>
              </a:rPr>
              <a:t>tecnologia</a:t>
            </a:r>
            <a:endParaRPr sz="2000" dirty="0">
              <a:latin typeface="Segaeu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321</Words>
  <Application>Microsoft Office PowerPoint</Application>
  <PresentationFormat>Apresentação na tela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Segaeul</vt:lpstr>
      <vt:lpstr>SegEUL</vt:lpstr>
      <vt:lpstr>Office Theme</vt:lpstr>
      <vt:lpstr>Cenários e Desafios na Educação Técnica e Profissional</vt:lpstr>
      <vt:lpstr>Objetivo da Análise de Dados</vt:lpstr>
      <vt:lpstr>Impacto Social do Projeto</vt:lpstr>
      <vt:lpstr>Dados Utilizados</vt:lpstr>
      <vt:lpstr>Objetivo da Análise</vt:lpstr>
      <vt:lpstr>Insights da Análise de Dados</vt:lpstr>
      <vt:lpstr>Impacto Social do Projeto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Notebook</dc:creator>
  <cp:keywords/>
  <dc:description>generated using python-pptx</dc:description>
  <cp:lastModifiedBy>Luciano Andrade</cp:lastModifiedBy>
  <cp:revision>2</cp:revision>
  <dcterms:created xsi:type="dcterms:W3CDTF">2013-01-27T09:14:16Z</dcterms:created>
  <dcterms:modified xsi:type="dcterms:W3CDTF">2026-03-10T17:59:30Z</dcterms:modified>
  <cp:category/>
</cp:coreProperties>
</file>